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4F78B92-E588-4FF8-BB29-9AE9E88630D3}" v="17" dt="2026-07-10T12:47:19.55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9" d="100"/>
          <a:sy n="39" d="100"/>
        </p:scale>
        <p:origin x="60" y="4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rilekha Chundu" userId="49a084bb-9a89-4e71-84e0-8baa9b883932" providerId="ADAL" clId="{FFAA7A55-6EDE-408F-B9B3-D3DCD33309A1}"/>
    <pc:docChg chg="custSel addSld modSld">
      <pc:chgData name="Srilekha Chundu" userId="49a084bb-9a89-4e71-84e0-8baa9b883932" providerId="ADAL" clId="{FFAA7A55-6EDE-408F-B9B3-D3DCD33309A1}" dt="2026-07-10T12:47:19.551" v="426"/>
      <pc:docMkLst>
        <pc:docMk/>
      </pc:docMkLst>
      <pc:sldChg chg="delSp modSp new mod">
        <pc:chgData name="Srilekha Chundu" userId="49a084bb-9a89-4e71-84e0-8baa9b883932" providerId="ADAL" clId="{FFAA7A55-6EDE-408F-B9B3-D3DCD33309A1}" dt="2026-07-10T12:41:15.996" v="348" actId="478"/>
        <pc:sldMkLst>
          <pc:docMk/>
          <pc:sldMk cId="2552538047" sldId="256"/>
        </pc:sldMkLst>
        <pc:spChg chg="mod">
          <ac:chgData name="Srilekha Chundu" userId="49a084bb-9a89-4e71-84e0-8baa9b883932" providerId="ADAL" clId="{FFAA7A55-6EDE-408F-B9B3-D3DCD33309A1}" dt="2026-07-10T12:02:36.748" v="2" actId="1076"/>
          <ac:spMkLst>
            <pc:docMk/>
            <pc:sldMk cId="2552538047" sldId="256"/>
            <ac:spMk id="2" creationId="{4393BB9C-7F55-CB0E-07E2-A7619CC930D0}"/>
          </ac:spMkLst>
        </pc:spChg>
        <pc:spChg chg="del mod">
          <ac:chgData name="Srilekha Chundu" userId="49a084bb-9a89-4e71-84e0-8baa9b883932" providerId="ADAL" clId="{FFAA7A55-6EDE-408F-B9B3-D3DCD33309A1}" dt="2026-07-10T12:41:15.996" v="348" actId="478"/>
          <ac:spMkLst>
            <pc:docMk/>
            <pc:sldMk cId="2552538047" sldId="256"/>
            <ac:spMk id="3" creationId="{96C14432-ED59-6C93-0C65-D396F000BF94}"/>
          </ac:spMkLst>
        </pc:spChg>
      </pc:sldChg>
      <pc:sldChg chg="addSp modSp new mod">
        <pc:chgData name="Srilekha Chundu" userId="49a084bb-9a89-4e71-84e0-8baa9b883932" providerId="ADAL" clId="{FFAA7A55-6EDE-408F-B9B3-D3DCD33309A1}" dt="2026-07-10T12:14:00.164" v="83" actId="20577"/>
        <pc:sldMkLst>
          <pc:docMk/>
          <pc:sldMk cId="2926024458" sldId="257"/>
        </pc:sldMkLst>
        <pc:spChg chg="add mod">
          <ac:chgData name="Srilekha Chundu" userId="49a084bb-9a89-4e71-84e0-8baa9b883932" providerId="ADAL" clId="{FFAA7A55-6EDE-408F-B9B3-D3DCD33309A1}" dt="2026-07-10T12:14:00.164" v="83" actId="20577"/>
          <ac:spMkLst>
            <pc:docMk/>
            <pc:sldMk cId="2926024458" sldId="257"/>
            <ac:spMk id="2" creationId="{5ECC0D50-E9C9-8B5A-C967-1149F22D3E83}"/>
          </ac:spMkLst>
        </pc:spChg>
      </pc:sldChg>
      <pc:sldChg chg="addSp delSp modSp new mod">
        <pc:chgData name="Srilekha Chundu" userId="49a084bb-9a89-4e71-84e0-8baa9b883932" providerId="ADAL" clId="{FFAA7A55-6EDE-408F-B9B3-D3DCD33309A1}" dt="2026-07-10T12:34:13.651" v="345"/>
        <pc:sldMkLst>
          <pc:docMk/>
          <pc:sldMk cId="3919080805" sldId="258"/>
        </pc:sldMkLst>
        <pc:spChg chg="add mod">
          <ac:chgData name="Srilekha Chundu" userId="49a084bb-9a89-4e71-84e0-8baa9b883932" providerId="ADAL" clId="{FFAA7A55-6EDE-408F-B9B3-D3DCD33309A1}" dt="2026-07-10T12:27:22.336" v="330" actId="20577"/>
          <ac:spMkLst>
            <pc:docMk/>
            <pc:sldMk cId="3919080805" sldId="258"/>
            <ac:spMk id="2" creationId="{2421D885-39A9-6D1B-6FBC-966D64EE82A7}"/>
          </ac:spMkLst>
        </pc:spChg>
        <pc:spChg chg="add del mod">
          <ac:chgData name="Srilekha Chundu" userId="49a084bb-9a89-4e71-84e0-8baa9b883932" providerId="ADAL" clId="{FFAA7A55-6EDE-408F-B9B3-D3DCD33309A1}" dt="2026-07-10T12:34:13.651" v="345"/>
          <ac:spMkLst>
            <pc:docMk/>
            <pc:sldMk cId="3919080805" sldId="258"/>
            <ac:spMk id="3" creationId="{645CDDA2-6DAD-6A78-48D8-6925D22C2A2F}"/>
          </ac:spMkLst>
        </pc:spChg>
        <pc:picChg chg="add mod">
          <ac:chgData name="Srilekha Chundu" userId="49a084bb-9a89-4e71-84e0-8baa9b883932" providerId="ADAL" clId="{FFAA7A55-6EDE-408F-B9B3-D3DCD33309A1}" dt="2026-07-10T12:33:57.669" v="342" actId="1076"/>
          <ac:picMkLst>
            <pc:docMk/>
            <pc:sldMk cId="3919080805" sldId="258"/>
            <ac:picMk id="5" creationId="{D0D70E27-0F65-CF1B-CC2C-95B32917EC56}"/>
          </ac:picMkLst>
        </pc:picChg>
      </pc:sldChg>
      <pc:sldChg chg="addSp modSp new mod">
        <pc:chgData name="Srilekha Chundu" userId="49a084bb-9a89-4e71-84e0-8baa9b883932" providerId="ADAL" clId="{FFAA7A55-6EDE-408F-B9B3-D3DCD33309A1}" dt="2026-07-10T12:47:19.551" v="426"/>
        <pc:sldMkLst>
          <pc:docMk/>
          <pc:sldMk cId="1205480519" sldId="259"/>
        </pc:sldMkLst>
        <pc:spChg chg="add mod">
          <ac:chgData name="Srilekha Chundu" userId="49a084bb-9a89-4e71-84e0-8baa9b883932" providerId="ADAL" clId="{FFAA7A55-6EDE-408F-B9B3-D3DCD33309A1}" dt="2026-07-10T12:47:19.551" v="426"/>
          <ac:spMkLst>
            <pc:docMk/>
            <pc:sldMk cId="1205480519" sldId="259"/>
            <ac:spMk id="2" creationId="{4DCB68A4-536C-F450-170B-DC621B2938B9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7DFF06-A2D2-FD90-FFAB-8DAA3DC4B21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B3B42D3-3516-FB89-4D79-6D30AA72F3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40EF0E-609A-9A5F-74F5-65CA87F1AF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9E131-89F4-4BF3-B8CF-85E9E906BC4C}" type="datetimeFigureOut">
              <a:rPr lang="en-IN" smtClean="0"/>
              <a:t>10-07-2026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1591D9-4458-8DA9-DD84-1AC8FC91F9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421CF9-BEFC-574E-9768-8D31DEBED4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D516D-7F73-419F-822B-EAC01B2918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829710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51708E-094D-BE3A-2ED3-12891B7C3E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0F7B0A-7069-7F07-4471-CF58D3D36B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1A93A0-5D49-8B9B-92AF-F697D71E99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9E131-89F4-4BF3-B8CF-85E9E906BC4C}" type="datetimeFigureOut">
              <a:rPr lang="en-IN" smtClean="0"/>
              <a:t>10-07-2026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1EEFEA-260E-8398-F611-FC7A03B27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C55530-F904-2E15-4204-70EEE5BE10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D516D-7F73-419F-822B-EAC01B2918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976948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F2C1BA-EC0A-62CA-41DF-B56BFA3228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F41928-354D-1ECE-2EB5-062BE31B38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F4D4DB-D6FC-CF03-59E4-1B4416589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9E131-89F4-4BF3-B8CF-85E9E906BC4C}" type="datetimeFigureOut">
              <a:rPr lang="en-IN" smtClean="0"/>
              <a:t>10-07-2026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174F3B-2800-0854-1B46-9178FA7F81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7DF553-44D7-18B3-29CA-A39CF720B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D516D-7F73-419F-822B-EAC01B2918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693324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96A0C7-CB9C-9D61-3401-04265321F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36DBBE-D04D-E1D2-BE1E-0716E3FCF9B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12B5A46-D017-DE92-E428-A307551281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E32CF2-F7C7-985F-5D20-F81218C7F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9E131-89F4-4BF3-B8CF-85E9E906BC4C}" type="datetimeFigureOut">
              <a:rPr lang="en-IN" smtClean="0"/>
              <a:t>10-07-2026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87FBE9-3684-9E2B-5CB0-B1B2B0201D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B73324-6367-EBE8-286C-28DAAF72F2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D516D-7F73-419F-822B-EAC01B2918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08475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73ADDB-7771-B6BD-4DFB-361466A842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F253B9-B1C9-D0A6-6751-2B649AC71A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DE389D-4121-CCCA-1513-1593C4304B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0E12252-D274-6327-A16E-7DF989A9B8F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A00C551-74AD-71F7-7083-A9023B3161D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D88FB78-24F6-EA8D-F839-4CEF84C76D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9E131-89F4-4BF3-B8CF-85E9E906BC4C}" type="datetimeFigureOut">
              <a:rPr lang="en-IN" smtClean="0"/>
              <a:t>10-07-2026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EC523F7-7A3A-13B8-8ED3-10D578FA98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78B1D18-8E15-EBF7-F073-45DFD36AE4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D516D-7F73-419F-822B-EAC01B2918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496050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A4C507-C987-AB8C-E6B3-BBDC2AF351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A6461BB-FDB0-9B2F-B77E-8990824659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9E131-89F4-4BF3-B8CF-85E9E906BC4C}" type="datetimeFigureOut">
              <a:rPr lang="en-IN" smtClean="0"/>
              <a:t>10-07-2026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EB477BF-1142-3526-C429-62A930E17B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725570-000E-F483-78EF-EFB68539D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D516D-7F73-419F-822B-EAC01B2918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19257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131222F-FFBA-5284-9060-4FBAB38EC5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9E131-89F4-4BF3-B8CF-85E9E906BC4C}" type="datetimeFigureOut">
              <a:rPr lang="en-IN" smtClean="0"/>
              <a:t>10-07-2026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621A9CE-6955-B7D5-723C-AD0E531EB5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EBEA6D-1320-63E1-5FC2-1097C60BE8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D516D-7F73-419F-822B-EAC01B2918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289418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AE3B5-C5F1-E700-3E46-8215A5846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2245A4-9EE2-6CA7-68F3-C7F0F0BBB8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CF1BF02-D3F5-C7D1-E9EE-06EFF64123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37AA8C-0296-C9E4-2C04-305D1268C2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9E131-89F4-4BF3-B8CF-85E9E906BC4C}" type="datetimeFigureOut">
              <a:rPr lang="en-IN" smtClean="0"/>
              <a:t>10-07-2026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8CF8D1-A4A7-6246-B1FC-AF22C893B9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ED89BF-8049-B8BB-E1E9-EB6C73D10C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D516D-7F73-419F-822B-EAC01B2918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0483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FDE31C-B03F-6794-4C99-09283A2AC7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B1255DC-5698-198C-700F-C29261583DE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CE8CCF1-0302-9264-9B98-04000AE696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AC6668-9865-9012-5701-7FF66F784D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9E131-89F4-4BF3-B8CF-85E9E906BC4C}" type="datetimeFigureOut">
              <a:rPr lang="en-IN" smtClean="0"/>
              <a:t>10-07-2026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A7A201-B190-D76C-8E9C-EB6318AD70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13330E-9C2C-36E1-A3B6-EC539A01E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D516D-7F73-419F-822B-EAC01B2918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904765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3AB9A-DE0A-E9EE-184D-8A23E47160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76CB98-5468-9114-6786-FAC3CF30D8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7B06C7-5C49-E266-3E61-7C33E89BF6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9E131-89F4-4BF3-B8CF-85E9E906BC4C}" type="datetimeFigureOut">
              <a:rPr lang="en-IN" smtClean="0"/>
              <a:t>10-07-2026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6D4DE1-F29A-BADF-69A7-D4ADBC55DE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32C492-67E8-58B7-E04D-EDA4B97056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D516D-7F73-419F-822B-EAC01B2918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830262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726E066-B17B-CE7E-7D11-DC4BACB147C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7B2AD56-F6CA-F285-EC96-FE03509B8A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5236B3-7462-F852-8A42-8FEFE428C8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9E131-89F4-4BF3-B8CF-85E9E906BC4C}" type="datetimeFigureOut">
              <a:rPr lang="en-IN" smtClean="0"/>
              <a:t>10-07-2026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C9976C-7DA4-3727-0236-C98E240954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B2B895-4252-B74F-6FDA-0F432DE3F0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D516D-7F73-419F-822B-EAC01B2918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48125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D331B96-BEAD-B26E-2DB9-366AEF9115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591854-558E-A325-5813-9C667F89BB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8C8AE6-F6F4-BD7A-7C98-B078E13127A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E29E131-89F4-4BF3-B8CF-85E9E906BC4C}" type="datetimeFigureOut">
              <a:rPr lang="en-IN" smtClean="0"/>
              <a:t>10-07-2026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14659D-B9B5-1EAE-1448-BB5D3256FA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D95F32-A3A8-C26F-65CE-29E5D05CFD0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9D516D-7F73-419F-822B-EAC01B2918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441417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93BB9C-7F55-CB0E-07E2-A7619CC930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742849"/>
            <a:ext cx="9144000" cy="2387600"/>
          </a:xfrm>
        </p:spPr>
        <p:txBody>
          <a:bodyPr/>
          <a:lstStyle/>
          <a:p>
            <a:r>
              <a:rPr lang="en-IN" dirty="0"/>
              <a:t>"Essential Python Libraries for AI Developers"</a:t>
            </a:r>
          </a:p>
        </p:txBody>
      </p:sp>
    </p:spTree>
    <p:extLst>
      <p:ext uri="{BB962C8B-B14F-4D97-AF65-F5344CB8AC3E}">
        <p14:creationId xmlns:p14="http://schemas.microsoft.com/office/powerpoint/2010/main" val="25525380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ECC0D50-E9C9-8B5A-C967-1149F22D3E83}"/>
              </a:ext>
            </a:extLst>
          </p:cNvPr>
          <p:cNvSpPr txBox="1"/>
          <p:nvPr/>
        </p:nvSpPr>
        <p:spPr>
          <a:xfrm>
            <a:off x="544286" y="544286"/>
            <a:ext cx="1091837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What is a library? </a:t>
            </a:r>
          </a:p>
          <a:p>
            <a:r>
              <a:rPr lang="en-IN" dirty="0"/>
              <a:t>Why do AI developers use libraries?</a:t>
            </a:r>
          </a:p>
          <a:p>
            <a:r>
              <a:rPr lang="en-IN" dirty="0"/>
              <a:t>What are the benefits of libraries ?</a:t>
            </a:r>
          </a:p>
          <a:p>
            <a:r>
              <a:rPr lang="en-IN" dirty="0"/>
              <a:t>What are the different types of libraries?</a:t>
            </a:r>
          </a:p>
        </p:txBody>
      </p:sp>
    </p:spTree>
    <p:extLst>
      <p:ext uri="{BB962C8B-B14F-4D97-AF65-F5344CB8AC3E}">
        <p14:creationId xmlns:p14="http://schemas.microsoft.com/office/powerpoint/2010/main" val="29260244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421D885-39A9-6D1B-6FBC-966D64EE82A7}"/>
              </a:ext>
            </a:extLst>
          </p:cNvPr>
          <p:cNvSpPr txBox="1"/>
          <p:nvPr/>
        </p:nvSpPr>
        <p:spPr>
          <a:xfrm>
            <a:off x="549729" y="500743"/>
            <a:ext cx="11092542" cy="54476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                                                                                 </a:t>
            </a:r>
            <a:r>
              <a:rPr lang="en-IN" sz="2400" b="1" dirty="0"/>
              <a:t>What is  a library?</a:t>
            </a:r>
          </a:p>
          <a:p>
            <a:r>
              <a:rPr lang="en-IN" dirty="0"/>
              <a:t>A library is a collection of pre-written code, functions, classes, and modules.</a:t>
            </a:r>
          </a:p>
          <a:p>
            <a:r>
              <a:rPr lang="en-IN" dirty="0"/>
              <a:t>Helps to not built every thing from scratch</a:t>
            </a:r>
          </a:p>
          <a:p>
            <a:endParaRPr lang="en-IN" dirty="0"/>
          </a:p>
          <a:p>
            <a:r>
              <a:rPr lang="en-IN" b="1" dirty="0"/>
              <a:t>Real word example: </a:t>
            </a:r>
          </a:p>
          <a:p>
            <a:r>
              <a:rPr lang="en-IN" dirty="0"/>
              <a:t>Without tools, you would need to make every brick, hammer, and nail yourself. </a:t>
            </a:r>
          </a:p>
          <a:p>
            <a:r>
              <a:rPr lang="en-IN" dirty="0"/>
              <a:t>With tools, you can directly use them to build the house faster.</a:t>
            </a:r>
          </a:p>
          <a:p>
            <a:r>
              <a:rPr lang="en-IN" b="1" dirty="0"/>
              <a:t>Ex:</a:t>
            </a:r>
          </a:p>
          <a:p>
            <a:r>
              <a:rPr lang="en-IN" dirty="0"/>
              <a:t># Without a library</a:t>
            </a:r>
          </a:p>
          <a:p>
            <a:r>
              <a:rPr lang="en-US" dirty="0"/>
              <a:t>numbers = [10, 20, 30, 40, 50]</a:t>
            </a:r>
          </a:p>
          <a:p>
            <a:r>
              <a:rPr lang="en-US" dirty="0"/>
              <a:t>sum = 0</a:t>
            </a:r>
          </a:p>
          <a:p>
            <a:r>
              <a:rPr lang="en-US" dirty="0"/>
              <a:t>for num in numbers:</a:t>
            </a:r>
          </a:p>
          <a:p>
            <a:r>
              <a:rPr lang="en-US" dirty="0"/>
              <a:t>    sum += num</a:t>
            </a:r>
          </a:p>
          <a:p>
            <a:r>
              <a:rPr lang="en-US" dirty="0"/>
              <a:t>print(sum)</a:t>
            </a:r>
          </a:p>
          <a:p>
            <a:endParaRPr lang="en-US" dirty="0"/>
          </a:p>
          <a:p>
            <a:r>
              <a:rPr lang="en-US" dirty="0"/>
              <a:t>#With library</a:t>
            </a:r>
          </a:p>
          <a:p>
            <a:r>
              <a:rPr lang="en-US" dirty="0"/>
              <a:t>import </a:t>
            </a:r>
            <a:r>
              <a:rPr lang="en-US" dirty="0" err="1"/>
              <a:t>numpy</a:t>
            </a:r>
            <a:r>
              <a:rPr lang="en-US" dirty="0"/>
              <a:t> as np</a:t>
            </a:r>
          </a:p>
          <a:p>
            <a:r>
              <a:rPr lang="en-US" dirty="0"/>
              <a:t>numbers = </a:t>
            </a:r>
            <a:r>
              <a:rPr lang="en-US" dirty="0" err="1"/>
              <a:t>np.array</a:t>
            </a:r>
            <a:r>
              <a:rPr lang="en-US" dirty="0"/>
              <a:t>([10, 20, 30, 40, 50])</a:t>
            </a:r>
          </a:p>
          <a:p>
            <a:r>
              <a:rPr lang="en-US" dirty="0"/>
              <a:t>print(</a:t>
            </a:r>
            <a:r>
              <a:rPr lang="en-US" dirty="0" err="1"/>
              <a:t>np.sum</a:t>
            </a:r>
            <a:r>
              <a:rPr lang="en-US" dirty="0"/>
              <a:t>(numbers))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0D70E27-0F65-CF1B-CC2C-95B32917EC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3601" y="2645229"/>
            <a:ext cx="4844142" cy="3229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90808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DCB68A4-536C-F450-170B-DC621B2938B9}"/>
              </a:ext>
            </a:extLst>
          </p:cNvPr>
          <p:cNvSpPr txBox="1"/>
          <p:nvPr/>
        </p:nvSpPr>
        <p:spPr>
          <a:xfrm>
            <a:off x="413657" y="435429"/>
            <a:ext cx="11342914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                                                               Why Do AI Developers Use Libraries?</a:t>
            </a:r>
          </a:p>
          <a:p>
            <a:r>
              <a:rPr lang="en-IN" dirty="0"/>
              <a:t>Processing Large Data</a:t>
            </a:r>
          </a:p>
          <a:p>
            <a:r>
              <a:rPr lang="en-IN" dirty="0"/>
              <a:t>Mathematical Calculations</a:t>
            </a:r>
          </a:p>
          <a:p>
            <a:r>
              <a:rPr lang="en-IN" dirty="0"/>
              <a:t>Mathematical Calculations</a:t>
            </a:r>
          </a:p>
          <a:p>
            <a:r>
              <a:rPr lang="en-IN" dirty="0"/>
              <a:t>Neural Networks</a:t>
            </a:r>
          </a:p>
          <a:p>
            <a:r>
              <a:rPr lang="en-IN" dirty="0"/>
              <a:t>Visualization</a:t>
            </a:r>
          </a:p>
          <a:p>
            <a:endParaRPr lang="en-IN" dirty="0"/>
          </a:p>
          <a:p>
            <a:r>
              <a:rPr lang="en-IN"/>
              <a:t>Processing Large Data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054805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187</Words>
  <Application>Microsoft Office PowerPoint</Application>
  <PresentationFormat>Widescreen</PresentationFormat>
  <Paragraphs>32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"Essential Python Libraries for AI Developers"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Srilekha Chundu</dc:creator>
  <cp:lastModifiedBy>Srilekha Chundu</cp:lastModifiedBy>
  <cp:revision>1</cp:revision>
  <dcterms:created xsi:type="dcterms:W3CDTF">2026-07-10T12:01:34Z</dcterms:created>
  <dcterms:modified xsi:type="dcterms:W3CDTF">2026-07-10T12:47:19Z</dcterms:modified>
</cp:coreProperties>
</file>